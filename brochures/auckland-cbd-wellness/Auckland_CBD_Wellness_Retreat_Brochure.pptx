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4785A"/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3D6B63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515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A8C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AUCKLAND CITY CENTRE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7F3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Wellness Retreat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7F3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Self-Care Program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02920" y="30632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curated multi-day self-care itinerary using Heart of the City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C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wellbeing offerings — spas, yoga, gyms, beauty &amp; more.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434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Brochure edition  · 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92240" y="146304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3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7F3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7F3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RESTORE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7F3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7F3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RETURN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D6B6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Welcome to your city-centre reset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of the City’s Health &amp; Wellbeing directory lists 100+ CBD options — gyms, yoga, pilates, spa &amp; massage, hair and beauty — across Britomart, Queen Street, Wynyard Quarter, Victoria Park, Commercial Bay and more.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28800"/>
            <a:ext cx="2697480" cy="91440"/>
          </a:xfrm>
          <a:prstGeom prst="rect">
            <a:avLst/>
          </a:prstGeom>
          <a:solidFill>
            <a:srgbClr val="3D6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it’s for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1792" y="26060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 locals &amp; visitors who want a structured self-care break without leaving the CBD.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82880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828800"/>
            <a:ext cx="2697480" cy="91440"/>
          </a:xfrm>
          <a:prstGeom prst="rect">
            <a:avLst/>
          </a:prstGeom>
          <a:solidFill>
            <a:srgbClr val="C4785A"/>
          </a:solidFill>
          <a:ln/>
        </p:spPr>
      </p:sp>
      <p:sp>
        <p:nvSpPr>
          <p:cNvPr id="12" name="Text 10"/>
          <p:cNvSpPr/>
          <p:nvPr/>
        </p:nvSpPr>
        <p:spPr>
          <a:xfrm>
            <a:off x="3456432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56432" y="26060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1–3 day “retreat in the city” — book experiences HITL with each venue.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82880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828800"/>
            <a:ext cx="2697480" cy="91440"/>
          </a:xfrm>
          <a:prstGeom prst="rect">
            <a:avLst/>
          </a:prstGeom>
          <a:solidFill>
            <a:srgbClr val="3D6B63"/>
          </a:solidFill>
          <a:ln/>
        </p:spPr>
      </p:sp>
      <p:sp>
        <p:nvSpPr>
          <p:cNvPr id="16" name="Text 14"/>
          <p:cNvSpPr/>
          <p:nvPr/>
        </p:nvSpPr>
        <p:spPr>
          <a:xfrm>
            <a:off x="6291072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Spirit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91072" y="26060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and feel your best: restore body, calm mind, then re-enter the week with intention.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city-centre self-care  ·  heartofthecity.co.nz/health-wellbeing  ·  Not medical advice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D6B6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self-care pillars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Heart of the City Health &amp; Wellbeing categories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1A3A3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3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Gyms · group fitness · cycling · boxing · PT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123444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1A3A36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4173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3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20440" y="2103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Yoga studios · hot yoga · mindful movement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23444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1A3A3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4173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3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2103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Pilates studios for strength &amp; alignment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78892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2971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7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Restore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" y="3657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· massage · body rituals · day spa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37560" y="278892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520440" y="2971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7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52044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Glow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520440" y="3657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 salons · beauty · skincare · nails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278892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0" y="2971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7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Nourish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400800" y="3657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Supplements · healthy habits · city fuel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city-centre self-care  ·  heartofthecity.co.nz/health-wellbeing  ·  Not medical advice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4785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Three-day self-care itinerary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&amp; match · book each venue directly · VERIFY LIVE hours &amp; availability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2788920" cy="32461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2788920" cy="777240"/>
          </a:xfrm>
          <a:prstGeom prst="rect">
            <a:avLst/>
          </a:prstGeom>
          <a:solidFill>
            <a:srgbClr val="1A3A3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80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3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Arrive &amp; unwind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194560"/>
            <a:ext cx="2423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Morning: gentle walk waterfront / Wynyard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Midday: spa or massage (Britomart / city)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Afternoon: hair or skincare treat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Evening: early rest · journal intentions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188720"/>
            <a:ext cx="2788920" cy="32461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188720"/>
            <a:ext cx="2788920" cy="777240"/>
          </a:xfrm>
          <a:prstGeom prst="rect">
            <a:avLst/>
          </a:prstGeom>
          <a:solidFill>
            <a:srgbClr val="3D6B63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280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1554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3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 &amp; strengthen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74720" y="2194560"/>
            <a:ext cx="2423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Morning: yoga or pilates class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Midday: nourishing CBD lunch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Afternoon: gym session or PT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Evening: recovery stretch · light dinner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188720"/>
            <a:ext cx="2788920" cy="32461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188720"/>
            <a:ext cx="2788920" cy="777240"/>
          </a:xfrm>
          <a:prstGeom prst="rect">
            <a:avLst/>
          </a:prstGeom>
          <a:solidFill>
            <a:srgbClr val="1A3A3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280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1554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3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Integrate &amp; glow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0" y="2194560"/>
            <a:ext cx="2423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Morning: short flow or walk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Midday: optional beauty / nails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Afternoon: one favourite restore repeat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Close: habit plan for the week ahead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city-centre self-care  ·  heartofthecity.co.nz/health-wellbeing  ·  Not medical advice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D6B6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venues from the directory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picks listed on heartofthecity.co.nz/health-wellbeing — always confirm details live.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347472"/>
          </a:xfrm>
          <a:prstGeom prst="rect">
            <a:avLst/>
          </a:prstGeom>
          <a:solidFill>
            <a:srgbClr val="1A3A3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0972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06240" y="10972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fits the program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463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SO/ Spa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1463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Britomart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06240" y="14630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Facials, body rituals &amp; massages — urban underground calm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1783080"/>
            <a:ext cx="8229600" cy="365760"/>
          </a:xfrm>
          <a:prstGeom prst="rect">
            <a:avLst/>
          </a:prstGeom>
          <a:solidFill>
            <a:srgbClr val="E8E0D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Red Yoga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1828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06240" y="18288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yoga with spa-like comfort (VERIFY LIVE listing)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148840"/>
            <a:ext cx="8229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Chill Wellness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0" y="2194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06240" y="21945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Cryotherapy, infrared sauna, red light &amp; recovery tech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solidFill>
            <a:srgbClr val="E8E0D4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JustWorkout 24HR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0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Swanson St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06240" y="25603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Gym, classes, yoga, pilates, boxing, PT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2926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Barclay Relax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06240" y="29260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&amp; modern wellness techniques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solidFill>
            <a:srgbClr val="E8E0D4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291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Good Acupuncture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43200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206240" y="32918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Acupuncture &amp; wellness clinic services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3657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Servilles City Works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74320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 Park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206240" y="36576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hair experience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solidFill>
            <a:srgbClr val="E8E0D4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4023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Caci Wynyard Quarter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743200" y="4023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Wynyard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206240" y="40233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beauty treatments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city-centre self-care  ·  heartofthecity.co.nz/health-wellbeing  ·  Not medical advice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D6B6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Express options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115568"/>
            <a:ext cx="384048" cy="384048"/>
          </a:xfrm>
          <a:prstGeom prst="ellipse">
            <a:avLst/>
          </a:prstGeom>
          <a:solidFill>
            <a:srgbClr val="3D6B6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7043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02412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Half-day Restore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129844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massage or spa ritual + café pause + short waterfront walk. Ideal mid-week.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1984248"/>
            <a:ext cx="384048" cy="384048"/>
          </a:xfrm>
          <a:prstGeom prst="ellipse">
            <a:avLst/>
          </a:prstGeom>
          <a:solidFill>
            <a:srgbClr val="C4785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03911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18928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Morning Flow Pack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216712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Yoga or pilates class + protein / light breakfast nearby + optional infrared or stretch.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2852928"/>
            <a:ext cx="384048" cy="384048"/>
          </a:xfrm>
          <a:prstGeom prst="ellipse">
            <a:avLst/>
          </a:prstGeom>
          <a:solidFill>
            <a:srgbClr val="3D6B6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90779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276148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Glow Afternoon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303580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 or beauty appointment + nails or skincare + quiet hour with a book.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52044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3721608"/>
            <a:ext cx="384048" cy="384048"/>
          </a:xfrm>
          <a:prstGeom prst="ellipse">
            <a:avLst/>
          </a:prstGeom>
          <a:solidFill>
            <a:srgbClr val="C4785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77647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36301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Active Reset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34440" y="39044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or PT block + recovery modality (sauna / compression if available) + hydrate.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city-centre self-care  ·  heartofthecity.co.nz/health-wellbeing  ·  Not medical advice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931920" cy="5143500"/>
          </a:xfrm>
          <a:prstGeom prst="rect">
            <a:avLst/>
          </a:prstGeom>
          <a:solidFill>
            <a:srgbClr val="1A3A3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114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3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this brochure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Open heartofthecity.co.nz/health-wellbeing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Filter by Gyms, Yoga, Spa, Hair…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Pick precinct (Britomart, Queen St…)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7432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Book each venue yourself (HITL)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200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Save favourites on the HOTC site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657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Follow healthy-habits inspiration articles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97680" y="4114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Self-care habit prompts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297680" y="9144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city-centre wellbeing themes — personal, non-clinical: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97680" y="13716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6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Protect one appointment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97680" y="16276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spa/yoga like a meeting you cannot move.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97680" y="196596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6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Phone-down blocks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97680" y="22219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minutes without notifications after a session.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97680" y="25603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6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Hydrate &amp; walk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97680" y="281635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every treatment with water + 10-minute walk.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7680" y="315468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6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Sleep as recovery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97680" y="341071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bedtime the night of intense training.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97680" y="374904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6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weekly pillar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97680" y="40050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Move / Flow / Restore so nothing drops off.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city-centre self-care  ·  heartofthecity.co.nz/health-wellbeing  ·  Not medical advice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4785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7F3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where you are.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7F3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Restore in the heart of the city.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 ·  heartofthecity.co.nz/health-wellbeing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C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</a:t>
            </a:r>
            <a:pPr indent="0" marL="0">
              <a:buNone/>
            </a:pPr>
            <a:r>
              <a:rPr lang="en-US" sz="1100" dirty="0">
                <a:solidFill>
                  <a:srgbClr val="A8C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brochure is an independent curation for planning inspiration. It is not medical, physiotherapy, or mental-health advice, and is not an official Heart of the City package. Business listings, hours, and services change — VERIFY LIVE and book directly. For emergencies in New Zealand call 111. For health advice: Healthline / Health NZ pathways.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4480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Heart of the City — Health and Wellbeing  ·  © HOTC listings remain with their owners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Auckland CBD Wellness Retreat — Self-Care Program Brochure</dc:title>
  <dc:subject>Curated from Heart of the City Health &amp; Wellbeing</dc:subject>
  <dc:creator>Fable Offline (curated brochure)</dc:creator>
  <cp:lastModifiedBy>Fable Offline (curated brochure)</cp:lastModifiedBy>
  <cp:revision>1</cp:revision>
  <dcterms:created xsi:type="dcterms:W3CDTF">2026-07-13T23:28:13Z</dcterms:created>
  <dcterms:modified xsi:type="dcterms:W3CDTF">2026-07-13T23:28:13Z</dcterms:modified>
</cp:coreProperties>
</file>